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MA210 —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Eigenvalues and Eigenvectors</a:t>
            </a:r>
          </a:p>
          <a:p/>
          <a:p>
            <a:r>
              <a:t>• Characteristic equation</a:t>
            </a:r>
          </a:p>
          <a:p>
            <a:r>
              <a:t>• Eigenvectors</a:t>
            </a:r>
          </a:p>
          <a:p>
            <a:r>
              <a:t>• Simple worked examples</a:t>
            </a:r>
          </a:p>
          <a:p/>
          <a:p>
            <a:r>
              <a:t>GustoHub demo resource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